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4: The Creator's Lab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Open Activity &amp; Project Launch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Collaborative building session</a:t>
            </a:r>
          </a:p>
          <a:p>
            <a:r>
              <a:t>Remixing the code for new ideas</a:t>
            </a:r>
          </a:p>
          <a:p>
            <a:r>
              <a:t>Rapid prototyping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Brainstorming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 Business Cards</a:t>
            </a:r>
          </a:p>
          <a:p>
            <a:r>
              <a:t>Interactive Art Gallery</a:t>
            </a:r>
          </a:p>
          <a:p>
            <a:r>
              <a:t>Educational Scavenger Hunts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Customization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Swapping 3D models</a:t>
            </a:r>
          </a:p>
          <a:p>
            <a:r>
              <a:t>Creating custom markers</a:t>
            </a:r>
          </a:p>
          <a:p>
            <a:r>
              <a:t>Adding sound effects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Launch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 git push</a:t>
            </a:r>
          </a:p>
          <a:p>
            <a:r>
              <a:t>Testing on multiple devices</a:t>
            </a:r>
          </a:p>
          <a:p>
            <a:r>
              <a:t>Sharing your URL with the world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Next steps in your dev journey</a:t>
            </a:r>
          </a:p>
          <a:p>
            <a:r>
              <a:t>Portfolio update</a:t>
            </a:r>
          </a:p>
          <a:p>
            <a:r>
              <a:t>Certificate distribution!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