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2: Entering the 3D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UI Design &amp; Three.js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UI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Glassmorphism: Blur and Transparency</a:t>
            </a:r>
          </a:p>
          <a:p>
            <a:r>
              <a:t>Premium color palettes</a:t>
            </a:r>
          </a:p>
          <a:p>
            <a:r>
              <a:t>Responsive game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to Three.js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3D in the browser</a:t>
            </a:r>
          </a:p>
          <a:p>
            <a:r>
              <a:t>The WebGL API</a:t>
            </a:r>
          </a:p>
          <a:p>
            <a:r>
              <a:t>Installing/Importing Three.js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Three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Scene: The 3D world</a:t>
            </a:r>
          </a:p>
          <a:p>
            <a:r>
              <a:t>2. Camera: Your eyes</a:t>
            </a:r>
          </a:p>
          <a:p>
            <a:r>
              <a:t>3. Renderer: The drawing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Geometries &amp;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Creating shapes (Box, Sphere, Octahedron)</a:t>
            </a:r>
          </a:p>
          <a:p>
            <a:r>
              <a:t>Materials (Colors, Shine, Metalness)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Lighting the Scene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Ambient Light vs Point Light</a:t>
            </a:r>
          </a:p>
          <a:p>
            <a:r>
              <a:t>Casting shadows and highlights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Animation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requestAnimationFrame</a:t>
            </a:r>
          </a:p>
          <a:p>
            <a:r>
              <a:t>Rotating and moving 3D objects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