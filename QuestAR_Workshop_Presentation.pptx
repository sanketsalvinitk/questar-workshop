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QuestAR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Portfolio to Augmented Reality</a:t>
            </a:r>
          </a:p>
          <a:p>
            <a:r>
              <a:t>A One-Day Beginner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professional personal portfolio</a:t>
            </a:r>
          </a:p>
          <a:p>
            <a:pPr/>
            <a:r>
              <a:t>Introduction to Modern Web (HTML5, CSS3, JS)</a:t>
            </a:r>
          </a:p>
          <a:p>
            <a:pPr/>
            <a:r>
              <a:t>Learn 3D Graphics with Three.js</a:t>
            </a:r>
          </a:p>
          <a:p>
            <a:pPr/>
            <a:r>
              <a:t>Build a Web-based AR Treasure Hunt</a:t>
            </a:r>
          </a:p>
          <a:p>
            <a:pPr/>
            <a:r>
              <a:t>Deploy and Host live on GitHub and Vercel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1: Your Digital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Core Web: HTML5 (Structure) and CSS3 (Style)</a:t>
            </a:r>
          </a:p>
          <a:p>
            <a:pPr/>
            <a:r>
              <a:t>Building a premium Portfolio from scratch</a:t>
            </a:r>
          </a:p>
          <a:p>
            <a:pPr/>
            <a:r>
              <a:t>Version Control with GitHub</a:t>
            </a:r>
          </a:p>
          <a:p>
            <a:pPr/>
            <a:r>
              <a:t>Cloud Hosting with Vercel (Continuous Deployment)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2: Entering the 3D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UI Design: Premium Glassmorphism aesthetics</a:t>
            </a:r>
          </a:p>
          <a:p>
            <a:pPr/>
            <a:r>
              <a:t>Introduction to Three.js and 3D Scenes</a:t>
            </a:r>
          </a:p>
          <a:p>
            <a:pPr/>
            <a:r>
              <a:t>Working with Geometries, Materials, and Lighting</a:t>
            </a:r>
          </a:p>
          <a:p>
            <a:pPr/>
            <a:r>
              <a:t>Animating your first 3D Gem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3: Bridging Reality (AR)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Web AR? (Image Tracking vs SLAM)</a:t>
            </a:r>
          </a:p>
          <a:p>
            <a:pPr/>
            <a:r>
              <a:t>Integrating Mind.AR with Three.js</a:t>
            </a:r>
          </a:p>
          <a:p>
            <a:pPr/>
            <a:r>
              <a:t>Mapping 3D treasures to real-world markers</a:t>
            </a:r>
          </a:p>
          <a:p>
            <a:pPr/>
            <a:r>
              <a:t>Building game logic: Collection and Scoring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4: The Creator's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Activity: Group brainstorming and building</a:t>
            </a:r>
          </a:p>
          <a:p>
            <a:pPr/>
            <a:r>
              <a:t>Remixing the code with new models and markers</a:t>
            </a:r>
          </a:p>
          <a:p>
            <a:pPr/>
            <a:r>
              <a:t>Presentation and Global Launch</a:t>
            </a:r>
          </a:p>
          <a:p>
            <a:pPr/>
            <a:r>
              <a:t>Sharing your live URLs!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Continue learning: Three.js Journey, Mind.AR Docs</a:t>
            </a:r>
          </a:p>
          <a:p>
            <a:pPr/>
            <a:r>
              <a:t>Join the Community (Discord, GitHub)</a:t>
            </a:r>
          </a:p>
          <a:p>
            <a:pPr/>
            <a:r>
              <a:t>Q&amp;A Session</a:t>
            </a:r>
          </a:p>
          <a:p>
            <a:pPr/>
            <a:r>
              <a:t>Thank you for building the future!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