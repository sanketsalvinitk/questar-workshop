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1: Your Digital Identity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Web Development Basics &amp; Hosting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Web?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HTML: Structure (The Skeleton)</a:t>
            </a:r>
          </a:p>
          <a:p>
            <a:r>
              <a:t>CSS: Style (The Skin)</a:t>
            </a:r>
          </a:p>
          <a:p>
            <a:r>
              <a:t>JavaScript: Logic (The Brain)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Tags, Elements, and Attributes</a:t>
            </a:r>
          </a:p>
          <a:p>
            <a:r>
              <a:t>Semantic HTML (&lt;header&gt;, &lt;nav&gt;, &lt;section&gt;)</a:t>
            </a:r>
          </a:p>
          <a:p>
            <a:r>
              <a:t>Links and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Selectors and Properties</a:t>
            </a:r>
          </a:p>
          <a:p>
            <a:r>
              <a:t>The Box Model</a:t>
            </a:r>
          </a:p>
          <a:p>
            <a:r>
              <a:t>Flexbox and Layouts</a:t>
            </a:r>
          </a:p>
          <a:p>
            <a:r>
              <a:t>Google Fonts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Control: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use Git?</a:t>
            </a:r>
          </a:p>
          <a:p>
            <a:r>
              <a:t>Initializing a repository</a:t>
            </a:r>
          </a:p>
          <a:p>
            <a:r>
              <a:t>Pushing your code to the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Vercel: Instant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Connecting GitHub to Vercel</a:t>
            </a:r>
          </a:p>
          <a:p>
            <a:r>
              <a:t>Automatic deployments</a:t>
            </a:r>
          </a:p>
          <a:p>
            <a:r>
              <a:t>Your first live URL!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personal portfolio</a:t>
            </a:r>
          </a:p>
          <a:p>
            <a:r>
              <a:t>Style it with modern CSS</a:t>
            </a:r>
          </a:p>
          <a:p>
            <a:r>
              <a:t>Host it live on Vercel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