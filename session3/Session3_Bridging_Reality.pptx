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3: Bridging Reality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Augmented Reality with Mind.AR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Augmented Reality?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Overlaying digital content on the real world</a:t>
            </a:r>
          </a:p>
          <a:p>
            <a:r>
              <a:t>Web-based AR vs Native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Mind.AR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Tracking fundamentals</a:t>
            </a:r>
          </a:p>
          <a:p>
            <a:r>
              <a:t>How markers work</a:t>
            </a:r>
          </a:p>
          <a:p>
            <a:r>
              <a:t>The Mind.AR Compiler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Mind.AR + Three.js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Setting up the AR controller</a:t>
            </a:r>
          </a:p>
          <a:p>
            <a:r>
              <a:t>Adding anchors to markers</a:t>
            </a:r>
          </a:p>
          <a:p>
            <a:r>
              <a:t>Connecting 3D 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when a target is found</a:t>
            </a:r>
          </a:p>
          <a:p>
            <a:r>
              <a:t>Collection mechanics (Click to collect)</a:t>
            </a:r>
          </a:p>
          <a:p>
            <a:r>
              <a:t>Updating the Score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Permissions (Camera access)</a:t>
            </a:r>
          </a:p>
          <a:p>
            <a:r>
              <a:t>HTTPS requirements</a:t>
            </a:r>
          </a:p>
          <a:p>
            <a:r>
              <a:t>QR Code generation for fast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